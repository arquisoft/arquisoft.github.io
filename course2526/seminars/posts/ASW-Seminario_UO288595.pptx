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81D029-294B-FB24-6550-863DDA51732C}" v="630" dt="2026-02-11T21:45:32.896"/>
    <p1510:client id="{966E6509-F7A9-E9EC-896D-7A998C436217}" v="33" dt="2026-02-12T20:22:11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074D9A-5586-4A8B-B326-BE3441950BCC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7DFE654-4ABA-4E07-BB03-1054421EE511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s-ES" sz="27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3 años sin entregar valor</a:t>
          </a:r>
          <a:endParaRPr lang="en-US" sz="2700" dirty="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gm:t>
    </dgm:pt>
    <dgm:pt modelId="{823256DC-BE62-4712-828E-B322C7F44E6B}" type="parTrans" cxnId="{1DFCDAEE-26D5-4495-9D88-51FACF0D500E}">
      <dgm:prSet/>
      <dgm:spPr/>
      <dgm:t>
        <a:bodyPr/>
        <a:lstStyle/>
        <a:p>
          <a:endParaRPr lang="en-US"/>
        </a:p>
      </dgm:t>
    </dgm:pt>
    <dgm:pt modelId="{DB8A7831-2F5D-4572-B583-179CD9514200}" type="sibTrans" cxnId="{1DFCDAEE-26D5-4495-9D88-51FACF0D500E}">
      <dgm:prSet/>
      <dgm:spPr/>
      <dgm:t>
        <a:bodyPr/>
        <a:lstStyle/>
        <a:p>
          <a:endParaRPr lang="en-US"/>
        </a:p>
      </dgm:t>
    </dgm:pt>
    <dgm:pt modelId="{678D7A3A-BF88-44C4-953C-B040CBA67869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s-ES" sz="27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Equipos culpándose (desconexión)</a:t>
          </a:r>
          <a:endParaRPr lang="en-US" sz="2700" dirty="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gm:t>
    </dgm:pt>
    <dgm:pt modelId="{0A9EE500-8685-4A77-AABF-16E5788C9A42}" type="parTrans" cxnId="{A43FE746-F3AE-4EAD-994A-A88246F95B78}">
      <dgm:prSet/>
      <dgm:spPr/>
      <dgm:t>
        <a:bodyPr/>
        <a:lstStyle/>
        <a:p>
          <a:endParaRPr lang="en-US"/>
        </a:p>
      </dgm:t>
    </dgm:pt>
    <dgm:pt modelId="{419AD398-CED2-4365-8A10-67BE3D91AEE5}" type="sibTrans" cxnId="{A43FE746-F3AE-4EAD-994A-A88246F95B78}">
      <dgm:prSet/>
      <dgm:spPr/>
      <dgm:t>
        <a:bodyPr/>
        <a:lstStyle/>
        <a:p>
          <a:endParaRPr lang="en-US"/>
        </a:p>
      </dgm:t>
    </dgm:pt>
    <dgm:pt modelId="{D34FCED1-C7F1-4E30-BD5E-66204F517933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s-ES" sz="27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Requisitos mal entendidos</a:t>
          </a:r>
          <a:endParaRPr lang="en-US" sz="2700" dirty="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gm:t>
    </dgm:pt>
    <dgm:pt modelId="{CFEF2659-73FB-4305-BD5E-251D9D488482}" type="parTrans" cxnId="{B3F0EBCE-D211-45E1-8D31-33672B3A67DD}">
      <dgm:prSet/>
      <dgm:spPr/>
      <dgm:t>
        <a:bodyPr/>
        <a:lstStyle/>
        <a:p>
          <a:endParaRPr lang="en-US"/>
        </a:p>
      </dgm:t>
    </dgm:pt>
    <dgm:pt modelId="{7E6D9083-56AF-4361-A2E7-98DFC4FA5495}" type="sibTrans" cxnId="{B3F0EBCE-D211-45E1-8D31-33672B3A67DD}">
      <dgm:prSet/>
      <dgm:spPr/>
      <dgm:t>
        <a:bodyPr/>
        <a:lstStyle/>
        <a:p>
          <a:endParaRPr lang="en-US"/>
        </a:p>
      </dgm:t>
    </dgm:pt>
    <dgm:pt modelId="{CC06136D-8C99-4F26-BFCF-7F860024ECDC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s-ES" sz="2700" dirty="0">
              <a:solidFill>
                <a:srgbClr val="FFFFFF"/>
              </a:solidFill>
              <a:latin typeface="Aptos"/>
              <a:ea typeface="+mn-ea"/>
              <a:cs typeface="+mn-cs"/>
            </a:rPr>
            <a:t>Rehacer trabajo constantemente</a:t>
          </a:r>
          <a:endParaRPr lang="en-US" sz="2700" dirty="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gm:t>
    </dgm:pt>
    <dgm:pt modelId="{574FCB10-8A5F-4063-895D-2E86EB93525B}" type="parTrans" cxnId="{A7A6C3EF-9B6A-43B9-B7B7-2C1EF0304D2D}">
      <dgm:prSet/>
      <dgm:spPr/>
      <dgm:t>
        <a:bodyPr/>
        <a:lstStyle/>
        <a:p>
          <a:endParaRPr lang="en-US"/>
        </a:p>
      </dgm:t>
    </dgm:pt>
    <dgm:pt modelId="{86B88E01-D94A-44AD-8E90-ED3200CA31E2}" type="sibTrans" cxnId="{A7A6C3EF-9B6A-43B9-B7B7-2C1EF0304D2D}">
      <dgm:prSet/>
      <dgm:spPr/>
      <dgm:t>
        <a:bodyPr/>
        <a:lstStyle/>
        <a:p>
          <a:endParaRPr lang="en-US"/>
        </a:p>
      </dgm:t>
    </dgm:pt>
    <dgm:pt modelId="{EEB3136A-6322-4A08-8E93-6A2EDBBA4387}" type="pres">
      <dgm:prSet presAssocID="{FD074D9A-5586-4A8B-B326-BE3441950BCC}" presName="linear" presStyleCnt="0">
        <dgm:presLayoutVars>
          <dgm:animLvl val="lvl"/>
          <dgm:resizeHandles val="exact"/>
        </dgm:presLayoutVars>
      </dgm:prSet>
      <dgm:spPr/>
    </dgm:pt>
    <dgm:pt modelId="{52E6D75C-A1AC-4653-8038-8F4F91737EE2}" type="pres">
      <dgm:prSet presAssocID="{E7DFE654-4ABA-4E07-BB03-1054421EE5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D16C279-FFE2-48F5-A112-97F37761EE1F}" type="pres">
      <dgm:prSet presAssocID="{DB8A7831-2F5D-4572-B583-179CD9514200}" presName="spacer" presStyleCnt="0"/>
      <dgm:spPr/>
    </dgm:pt>
    <dgm:pt modelId="{E525963B-4A63-477F-97B3-8908C4DDC9E2}" type="pres">
      <dgm:prSet presAssocID="{678D7A3A-BF88-44C4-953C-B040CBA678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9B5B6A1-F243-48DF-9F68-D2B30CCCAE6C}" type="pres">
      <dgm:prSet presAssocID="{419AD398-CED2-4365-8A10-67BE3D91AEE5}" presName="spacer" presStyleCnt="0"/>
      <dgm:spPr/>
    </dgm:pt>
    <dgm:pt modelId="{D86D118E-F677-4875-AD26-43AE468BB154}" type="pres">
      <dgm:prSet presAssocID="{D34FCED1-C7F1-4E30-BD5E-66204F51793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58252A9-B203-4FB9-B552-B6F0A44D1126}" type="pres">
      <dgm:prSet presAssocID="{7E6D9083-56AF-4361-A2E7-98DFC4FA5495}" presName="spacer" presStyleCnt="0"/>
      <dgm:spPr/>
    </dgm:pt>
    <dgm:pt modelId="{FC086BD8-DBBC-4030-BEB3-B62232DE819E}" type="pres">
      <dgm:prSet presAssocID="{CC06136D-8C99-4F26-BFCF-7F860024ECD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D81B405-1D5D-4C85-B36F-F0FE00103B1E}" type="presOf" srcId="{678D7A3A-BF88-44C4-953C-B040CBA67869}" destId="{E525963B-4A63-477F-97B3-8908C4DDC9E2}" srcOrd="0" destOrd="0" presId="urn:microsoft.com/office/officeart/2005/8/layout/vList2"/>
    <dgm:cxn modelId="{A43FE746-F3AE-4EAD-994A-A88246F95B78}" srcId="{FD074D9A-5586-4A8B-B326-BE3441950BCC}" destId="{678D7A3A-BF88-44C4-953C-B040CBA67869}" srcOrd="1" destOrd="0" parTransId="{0A9EE500-8685-4A77-AABF-16E5788C9A42}" sibTransId="{419AD398-CED2-4365-8A10-67BE3D91AEE5}"/>
    <dgm:cxn modelId="{3AED4559-CB92-4ECE-9ECA-A8C8919B5067}" type="presOf" srcId="{E7DFE654-4ABA-4E07-BB03-1054421EE511}" destId="{52E6D75C-A1AC-4653-8038-8F4F91737EE2}" srcOrd="0" destOrd="0" presId="urn:microsoft.com/office/officeart/2005/8/layout/vList2"/>
    <dgm:cxn modelId="{274281A3-F5D0-4D2D-8B73-ED385BA677EE}" type="presOf" srcId="{CC06136D-8C99-4F26-BFCF-7F860024ECDC}" destId="{FC086BD8-DBBC-4030-BEB3-B62232DE819E}" srcOrd="0" destOrd="0" presId="urn:microsoft.com/office/officeart/2005/8/layout/vList2"/>
    <dgm:cxn modelId="{616074BB-3F2C-452F-BB52-DB27660D4A0A}" type="presOf" srcId="{FD074D9A-5586-4A8B-B326-BE3441950BCC}" destId="{EEB3136A-6322-4A08-8E93-6A2EDBBA4387}" srcOrd="0" destOrd="0" presId="urn:microsoft.com/office/officeart/2005/8/layout/vList2"/>
    <dgm:cxn modelId="{2D11CDC5-8D56-4474-9FA4-D522958AD085}" type="presOf" srcId="{D34FCED1-C7F1-4E30-BD5E-66204F517933}" destId="{D86D118E-F677-4875-AD26-43AE468BB154}" srcOrd="0" destOrd="0" presId="urn:microsoft.com/office/officeart/2005/8/layout/vList2"/>
    <dgm:cxn modelId="{B3F0EBCE-D211-45E1-8D31-33672B3A67DD}" srcId="{FD074D9A-5586-4A8B-B326-BE3441950BCC}" destId="{D34FCED1-C7F1-4E30-BD5E-66204F517933}" srcOrd="2" destOrd="0" parTransId="{CFEF2659-73FB-4305-BD5E-251D9D488482}" sibTransId="{7E6D9083-56AF-4361-A2E7-98DFC4FA5495}"/>
    <dgm:cxn modelId="{1DFCDAEE-26D5-4495-9D88-51FACF0D500E}" srcId="{FD074D9A-5586-4A8B-B326-BE3441950BCC}" destId="{E7DFE654-4ABA-4E07-BB03-1054421EE511}" srcOrd="0" destOrd="0" parTransId="{823256DC-BE62-4712-828E-B322C7F44E6B}" sibTransId="{DB8A7831-2F5D-4572-B583-179CD9514200}"/>
    <dgm:cxn modelId="{A7A6C3EF-9B6A-43B9-B7B7-2C1EF0304D2D}" srcId="{FD074D9A-5586-4A8B-B326-BE3441950BCC}" destId="{CC06136D-8C99-4F26-BFCF-7F860024ECDC}" srcOrd="3" destOrd="0" parTransId="{574FCB10-8A5F-4063-895D-2E86EB93525B}" sibTransId="{86B88E01-D94A-44AD-8E90-ED3200CA31E2}"/>
    <dgm:cxn modelId="{85F369C1-C310-4F0E-9E4F-012BCA23CF46}" type="presParOf" srcId="{EEB3136A-6322-4A08-8E93-6A2EDBBA4387}" destId="{52E6D75C-A1AC-4653-8038-8F4F91737EE2}" srcOrd="0" destOrd="0" presId="urn:microsoft.com/office/officeart/2005/8/layout/vList2"/>
    <dgm:cxn modelId="{AD0BE5F6-63D8-4ADE-9E51-15FD5D4CCB45}" type="presParOf" srcId="{EEB3136A-6322-4A08-8E93-6A2EDBBA4387}" destId="{3D16C279-FFE2-48F5-A112-97F37761EE1F}" srcOrd="1" destOrd="0" presId="urn:microsoft.com/office/officeart/2005/8/layout/vList2"/>
    <dgm:cxn modelId="{1479F4B2-567C-4287-A1F5-8D43FC0DC47D}" type="presParOf" srcId="{EEB3136A-6322-4A08-8E93-6A2EDBBA4387}" destId="{E525963B-4A63-477F-97B3-8908C4DDC9E2}" srcOrd="2" destOrd="0" presId="urn:microsoft.com/office/officeart/2005/8/layout/vList2"/>
    <dgm:cxn modelId="{7A876F8B-17CF-4D59-9F5A-61A40C01E53D}" type="presParOf" srcId="{EEB3136A-6322-4A08-8E93-6A2EDBBA4387}" destId="{89B5B6A1-F243-48DF-9F68-D2B30CCCAE6C}" srcOrd="3" destOrd="0" presId="urn:microsoft.com/office/officeart/2005/8/layout/vList2"/>
    <dgm:cxn modelId="{B55196B5-904D-46B2-BB44-37414E4154C3}" type="presParOf" srcId="{EEB3136A-6322-4A08-8E93-6A2EDBBA4387}" destId="{D86D118E-F677-4875-AD26-43AE468BB154}" srcOrd="4" destOrd="0" presId="urn:microsoft.com/office/officeart/2005/8/layout/vList2"/>
    <dgm:cxn modelId="{1236425F-51F3-4D70-81FA-F67E73A6DF41}" type="presParOf" srcId="{EEB3136A-6322-4A08-8E93-6A2EDBBA4387}" destId="{C58252A9-B203-4FB9-B552-B6F0A44D1126}" srcOrd="5" destOrd="0" presId="urn:microsoft.com/office/officeart/2005/8/layout/vList2"/>
    <dgm:cxn modelId="{CF24F138-AB58-479C-A5DF-A5FD292374B7}" type="presParOf" srcId="{EEB3136A-6322-4A08-8E93-6A2EDBBA4387}" destId="{FC086BD8-DBBC-4030-BEB3-B62232DE819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08EC51-902B-4C66-B8FD-C8A9A0054CAD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A34618D9-0B84-493B-87B7-910986AF1AC9}">
      <dgm:prSet phldrT="[Texto]" phldr="0"/>
      <dgm:spPr/>
      <dgm:t>
        <a:bodyPr/>
        <a:lstStyle/>
        <a:p>
          <a:pPr>
            <a:lnSpc>
              <a:spcPct val="100000"/>
            </a:lnSpc>
          </a:pPr>
          <a:r>
            <a:rPr lang="es-ES">
              <a:latin typeface="Aptos" panose="020B0004020202020204"/>
              <a:ea typeface="+mn-ea"/>
              <a:cs typeface="+mn-cs"/>
            </a:rPr>
            <a:t>Entendimiento compartido</a:t>
          </a:r>
        </a:p>
      </dgm:t>
    </dgm:pt>
    <dgm:pt modelId="{4378EA61-EB0C-4858-B870-902EE2065D06}" type="parTrans" cxnId="{1AB1910A-C6C3-4525-A471-28194AEC9395}">
      <dgm:prSet/>
      <dgm:spPr/>
      <dgm:t>
        <a:bodyPr/>
        <a:lstStyle/>
        <a:p>
          <a:endParaRPr lang="es-ES"/>
        </a:p>
      </dgm:t>
    </dgm:pt>
    <dgm:pt modelId="{A20D2F33-6E65-4A10-B5EB-2C99E082C8E2}" type="sibTrans" cxnId="{1AB1910A-C6C3-4525-A471-28194AEC9395}">
      <dgm:prSet/>
      <dgm:spPr/>
      <dgm:t>
        <a:bodyPr/>
        <a:lstStyle/>
        <a:p>
          <a:endParaRPr lang="es-ES"/>
        </a:p>
      </dgm:t>
    </dgm:pt>
    <dgm:pt modelId="{27CA50B9-E43D-4A72-A9EA-174A5BF7033A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s-ES" err="1">
              <a:latin typeface="Aptos" panose="020B0004020202020204"/>
              <a:ea typeface="+mn-ea"/>
              <a:cs typeface="+mn-cs"/>
            </a:rPr>
            <a:t>Definition</a:t>
          </a:r>
          <a:r>
            <a:rPr lang="es-ES">
              <a:latin typeface="Aptos" panose="020B0004020202020204"/>
              <a:ea typeface="+mn-ea"/>
              <a:cs typeface="+mn-cs"/>
            </a:rPr>
            <a:t> </a:t>
          </a:r>
          <a:r>
            <a:rPr lang="es-ES" err="1">
              <a:latin typeface="Aptos" panose="020B0004020202020204"/>
              <a:ea typeface="+mn-ea"/>
              <a:cs typeface="+mn-cs"/>
            </a:rPr>
            <a:t>of</a:t>
          </a:r>
          <a:r>
            <a:rPr lang="es-ES">
              <a:latin typeface="Aptos" panose="020B0004020202020204"/>
              <a:ea typeface="+mn-ea"/>
              <a:cs typeface="+mn-cs"/>
            </a:rPr>
            <a:t> </a:t>
          </a:r>
          <a:r>
            <a:rPr lang="es-ES" err="1">
              <a:latin typeface="Aptos" panose="020B0004020202020204"/>
              <a:ea typeface="+mn-ea"/>
              <a:cs typeface="+mn-cs"/>
            </a:rPr>
            <a:t>Ready</a:t>
          </a:r>
          <a:r>
            <a:rPr lang="es-ES">
              <a:latin typeface="Aptos" panose="020B0004020202020204"/>
              <a:ea typeface="+mn-ea"/>
              <a:cs typeface="+mn-cs"/>
            </a:rPr>
            <a:t>: Cuando empezar a implementar</a:t>
          </a:r>
        </a:p>
      </dgm:t>
    </dgm:pt>
    <dgm:pt modelId="{25E7CA5D-CF04-4327-920C-A4C1FD963079}" type="parTrans" cxnId="{713117F9-03D0-411F-AFB7-318D77B785ED}">
      <dgm:prSet/>
      <dgm:spPr/>
    </dgm:pt>
    <dgm:pt modelId="{FF9C4541-9F1D-431D-85DC-C7B34480070E}" type="sibTrans" cxnId="{713117F9-03D0-411F-AFB7-318D77B785ED}">
      <dgm:prSet/>
      <dgm:spPr/>
      <dgm:t>
        <a:bodyPr/>
        <a:lstStyle/>
        <a:p>
          <a:endParaRPr lang="en-US"/>
        </a:p>
      </dgm:t>
    </dgm:pt>
    <dgm:pt modelId="{C29FB51A-0451-447F-8A1E-4EE2B2B7504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s-ES" err="1">
              <a:latin typeface="Aptos" panose="020B0004020202020204"/>
              <a:ea typeface="+mn-ea"/>
              <a:cs typeface="+mn-cs"/>
            </a:rPr>
            <a:t>Definition</a:t>
          </a:r>
          <a:r>
            <a:rPr lang="es-ES">
              <a:latin typeface="Aptos" panose="020B0004020202020204"/>
              <a:ea typeface="+mn-ea"/>
              <a:cs typeface="+mn-cs"/>
            </a:rPr>
            <a:t> </a:t>
          </a:r>
          <a:r>
            <a:rPr lang="es-ES" err="1">
              <a:latin typeface="Aptos" panose="020B0004020202020204"/>
              <a:ea typeface="+mn-ea"/>
              <a:cs typeface="+mn-cs"/>
            </a:rPr>
            <a:t>of</a:t>
          </a:r>
          <a:r>
            <a:rPr lang="es-ES">
              <a:latin typeface="Aptos" panose="020B0004020202020204"/>
              <a:ea typeface="+mn-ea"/>
              <a:cs typeface="+mn-cs"/>
            </a:rPr>
            <a:t> Done: Cuando se considera acabado</a:t>
          </a:r>
        </a:p>
      </dgm:t>
    </dgm:pt>
    <dgm:pt modelId="{4AD4203C-03B5-407A-8206-27EB2F6DEC05}" type="parTrans" cxnId="{350CA2B0-272B-44E7-8080-3EB71E741C67}">
      <dgm:prSet/>
      <dgm:spPr/>
    </dgm:pt>
    <dgm:pt modelId="{212B500D-41AC-44FF-BD6B-2054F478CCB4}" type="sibTrans" cxnId="{350CA2B0-272B-44E7-8080-3EB71E741C67}">
      <dgm:prSet/>
      <dgm:spPr/>
      <dgm:t>
        <a:bodyPr/>
        <a:lstStyle/>
        <a:p>
          <a:endParaRPr lang="en-US"/>
        </a:p>
      </dgm:t>
    </dgm:pt>
    <dgm:pt modelId="{07606237-D646-4214-AC82-A85743679832}" type="pres">
      <dgm:prSet presAssocID="{F908EC51-902B-4C66-B8FD-C8A9A0054CAD}" presName="root" presStyleCnt="0">
        <dgm:presLayoutVars>
          <dgm:dir/>
          <dgm:resizeHandles val="exact"/>
        </dgm:presLayoutVars>
      </dgm:prSet>
      <dgm:spPr/>
    </dgm:pt>
    <dgm:pt modelId="{F7CD6C2E-627F-4655-B1D9-63788E1114F4}" type="pres">
      <dgm:prSet presAssocID="{A34618D9-0B84-493B-87B7-910986AF1AC9}" presName="compNode" presStyleCnt="0"/>
      <dgm:spPr/>
    </dgm:pt>
    <dgm:pt modelId="{E2039299-31D9-47EF-AD42-DB664B6E9646}" type="pres">
      <dgm:prSet presAssocID="{A34618D9-0B84-493B-87B7-910986AF1AC9}" presName="bgRect" presStyleLbl="bgShp" presStyleIdx="0" presStyleCnt="3"/>
      <dgm:spPr/>
    </dgm:pt>
    <dgm:pt modelId="{B26F0B1C-27A8-4270-B227-B10D9A5AF528}" type="pres">
      <dgm:prSet presAssocID="{A34618D9-0B84-493B-87B7-910986AF1A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B8927958-CBDD-401D-A9DF-A94D8DE06F72}" type="pres">
      <dgm:prSet presAssocID="{A34618D9-0B84-493B-87B7-910986AF1AC9}" presName="spaceRect" presStyleCnt="0"/>
      <dgm:spPr/>
    </dgm:pt>
    <dgm:pt modelId="{33580B23-6F18-4943-8003-44F12FE64135}" type="pres">
      <dgm:prSet presAssocID="{A34618D9-0B84-493B-87B7-910986AF1AC9}" presName="parTx" presStyleLbl="revTx" presStyleIdx="0" presStyleCnt="3">
        <dgm:presLayoutVars>
          <dgm:chMax val="0"/>
          <dgm:chPref val="0"/>
        </dgm:presLayoutVars>
      </dgm:prSet>
      <dgm:spPr/>
    </dgm:pt>
    <dgm:pt modelId="{07038044-FD51-435C-A8D1-119A26516E6B}" type="pres">
      <dgm:prSet presAssocID="{A20D2F33-6E65-4A10-B5EB-2C99E082C8E2}" presName="sibTrans" presStyleCnt="0"/>
      <dgm:spPr/>
    </dgm:pt>
    <dgm:pt modelId="{618A6ADD-2AF7-4CBE-86DD-7AAC43EACF9C}" type="pres">
      <dgm:prSet presAssocID="{27CA50B9-E43D-4A72-A9EA-174A5BF7033A}" presName="compNode" presStyleCnt="0"/>
      <dgm:spPr/>
    </dgm:pt>
    <dgm:pt modelId="{D8942208-A7A6-410F-8F4E-406C869E432F}" type="pres">
      <dgm:prSet presAssocID="{27CA50B9-E43D-4A72-A9EA-174A5BF7033A}" presName="bgRect" presStyleLbl="bgShp" presStyleIdx="1" presStyleCnt="3"/>
      <dgm:spPr/>
    </dgm:pt>
    <dgm:pt modelId="{00939CA0-50A2-4AFA-BF39-DC15F5CD9C3B}" type="pres">
      <dgm:prSet presAssocID="{27CA50B9-E43D-4A72-A9EA-174A5BF7033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tear"/>
        </a:ext>
      </dgm:extLst>
    </dgm:pt>
    <dgm:pt modelId="{2EB010C9-C0D2-4D49-BB36-6B863BF1917E}" type="pres">
      <dgm:prSet presAssocID="{27CA50B9-E43D-4A72-A9EA-174A5BF7033A}" presName="spaceRect" presStyleCnt="0"/>
      <dgm:spPr/>
    </dgm:pt>
    <dgm:pt modelId="{19196452-E574-43D9-BD45-151B6D667AA8}" type="pres">
      <dgm:prSet presAssocID="{27CA50B9-E43D-4A72-A9EA-174A5BF7033A}" presName="parTx" presStyleLbl="revTx" presStyleIdx="1" presStyleCnt="3">
        <dgm:presLayoutVars>
          <dgm:chMax val="0"/>
          <dgm:chPref val="0"/>
        </dgm:presLayoutVars>
      </dgm:prSet>
      <dgm:spPr/>
    </dgm:pt>
    <dgm:pt modelId="{67F80CE6-41C9-483B-A44E-0ECB72D046D7}" type="pres">
      <dgm:prSet presAssocID="{FF9C4541-9F1D-431D-85DC-C7B34480070E}" presName="sibTrans" presStyleCnt="0"/>
      <dgm:spPr/>
    </dgm:pt>
    <dgm:pt modelId="{99291B3F-831F-42B5-9E50-3365F18D7F4D}" type="pres">
      <dgm:prSet presAssocID="{C29FB51A-0451-447F-8A1E-4EE2B2B75044}" presName="compNode" presStyleCnt="0"/>
      <dgm:spPr/>
    </dgm:pt>
    <dgm:pt modelId="{3662C239-E42B-4015-B3D3-F0E7668D5329}" type="pres">
      <dgm:prSet presAssocID="{C29FB51A-0451-447F-8A1E-4EE2B2B75044}" presName="bgRect" presStyleLbl="bgShp" presStyleIdx="2" presStyleCnt="3"/>
      <dgm:spPr/>
    </dgm:pt>
    <dgm:pt modelId="{F1C30A8C-7B36-470C-8BAF-198846EBC1F0}" type="pres">
      <dgm:prSet presAssocID="{C29FB51A-0451-447F-8A1E-4EE2B2B750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 con relleno sólido"/>
        </a:ext>
      </dgm:extLst>
    </dgm:pt>
    <dgm:pt modelId="{5666467A-A904-4153-B02E-E503F0E070E7}" type="pres">
      <dgm:prSet presAssocID="{C29FB51A-0451-447F-8A1E-4EE2B2B75044}" presName="spaceRect" presStyleCnt="0"/>
      <dgm:spPr/>
    </dgm:pt>
    <dgm:pt modelId="{7A7BFE94-87D0-472E-A77F-0B1282CF7AF4}" type="pres">
      <dgm:prSet presAssocID="{C29FB51A-0451-447F-8A1E-4EE2B2B7504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9F37105-AB54-4520-8EFC-DEEDB14887AA}" type="presOf" srcId="{27CA50B9-E43D-4A72-A9EA-174A5BF7033A}" destId="{19196452-E574-43D9-BD45-151B6D667AA8}" srcOrd="0" destOrd="0" presId="urn:microsoft.com/office/officeart/2018/2/layout/IconVerticalSolidList"/>
    <dgm:cxn modelId="{1AB1910A-C6C3-4525-A471-28194AEC9395}" srcId="{F908EC51-902B-4C66-B8FD-C8A9A0054CAD}" destId="{A34618D9-0B84-493B-87B7-910986AF1AC9}" srcOrd="0" destOrd="0" parTransId="{4378EA61-EB0C-4858-B870-902EE2065D06}" sibTransId="{A20D2F33-6E65-4A10-B5EB-2C99E082C8E2}"/>
    <dgm:cxn modelId="{F31C40AB-2E7E-455C-AA3D-0A3871334B37}" type="presOf" srcId="{F908EC51-902B-4C66-B8FD-C8A9A0054CAD}" destId="{07606237-D646-4214-AC82-A85743679832}" srcOrd="0" destOrd="0" presId="urn:microsoft.com/office/officeart/2018/2/layout/IconVerticalSolidList"/>
    <dgm:cxn modelId="{350CA2B0-272B-44E7-8080-3EB71E741C67}" srcId="{F908EC51-902B-4C66-B8FD-C8A9A0054CAD}" destId="{C29FB51A-0451-447F-8A1E-4EE2B2B75044}" srcOrd="2" destOrd="0" parTransId="{4AD4203C-03B5-407A-8206-27EB2F6DEC05}" sibTransId="{212B500D-41AC-44FF-BD6B-2054F478CCB4}"/>
    <dgm:cxn modelId="{6C871CB5-53C4-4F25-B5A0-3391940DFE16}" type="presOf" srcId="{C29FB51A-0451-447F-8A1E-4EE2B2B75044}" destId="{7A7BFE94-87D0-472E-A77F-0B1282CF7AF4}" srcOrd="0" destOrd="0" presId="urn:microsoft.com/office/officeart/2018/2/layout/IconVerticalSolidList"/>
    <dgm:cxn modelId="{197948E5-3503-4DC5-97BA-A0F62D081880}" type="presOf" srcId="{A34618D9-0B84-493B-87B7-910986AF1AC9}" destId="{33580B23-6F18-4943-8003-44F12FE64135}" srcOrd="0" destOrd="0" presId="urn:microsoft.com/office/officeart/2018/2/layout/IconVerticalSolidList"/>
    <dgm:cxn modelId="{713117F9-03D0-411F-AFB7-318D77B785ED}" srcId="{F908EC51-902B-4C66-B8FD-C8A9A0054CAD}" destId="{27CA50B9-E43D-4A72-A9EA-174A5BF7033A}" srcOrd="1" destOrd="0" parTransId="{25E7CA5D-CF04-4327-920C-A4C1FD963079}" sibTransId="{FF9C4541-9F1D-431D-85DC-C7B34480070E}"/>
    <dgm:cxn modelId="{07D5A161-E4EB-4453-85B9-3828536A3226}" type="presParOf" srcId="{07606237-D646-4214-AC82-A85743679832}" destId="{F7CD6C2E-627F-4655-B1D9-63788E1114F4}" srcOrd="0" destOrd="0" presId="urn:microsoft.com/office/officeart/2018/2/layout/IconVerticalSolidList"/>
    <dgm:cxn modelId="{9B4409AD-202E-49B7-978B-86C10E6A102A}" type="presParOf" srcId="{F7CD6C2E-627F-4655-B1D9-63788E1114F4}" destId="{E2039299-31D9-47EF-AD42-DB664B6E9646}" srcOrd="0" destOrd="0" presId="urn:microsoft.com/office/officeart/2018/2/layout/IconVerticalSolidList"/>
    <dgm:cxn modelId="{8ED42677-D546-458B-B1F1-5879DBC033F3}" type="presParOf" srcId="{F7CD6C2E-627F-4655-B1D9-63788E1114F4}" destId="{B26F0B1C-27A8-4270-B227-B10D9A5AF528}" srcOrd="1" destOrd="0" presId="urn:microsoft.com/office/officeart/2018/2/layout/IconVerticalSolidList"/>
    <dgm:cxn modelId="{12D2A26A-BD21-46D4-B9F1-550D4A4FAFFF}" type="presParOf" srcId="{F7CD6C2E-627F-4655-B1D9-63788E1114F4}" destId="{B8927958-CBDD-401D-A9DF-A94D8DE06F72}" srcOrd="2" destOrd="0" presId="urn:microsoft.com/office/officeart/2018/2/layout/IconVerticalSolidList"/>
    <dgm:cxn modelId="{CE040F51-35BA-41A8-B92B-AA47BF90B2F1}" type="presParOf" srcId="{F7CD6C2E-627F-4655-B1D9-63788E1114F4}" destId="{33580B23-6F18-4943-8003-44F12FE64135}" srcOrd="3" destOrd="0" presId="urn:microsoft.com/office/officeart/2018/2/layout/IconVerticalSolidList"/>
    <dgm:cxn modelId="{19A164E6-7989-42EE-AACF-D6A67BD846A0}" type="presParOf" srcId="{07606237-D646-4214-AC82-A85743679832}" destId="{07038044-FD51-435C-A8D1-119A26516E6B}" srcOrd="1" destOrd="0" presId="urn:microsoft.com/office/officeart/2018/2/layout/IconVerticalSolidList"/>
    <dgm:cxn modelId="{B066948C-E1AA-40D9-ABCA-F6B495BEBE7E}" type="presParOf" srcId="{07606237-D646-4214-AC82-A85743679832}" destId="{618A6ADD-2AF7-4CBE-86DD-7AAC43EACF9C}" srcOrd="2" destOrd="0" presId="urn:microsoft.com/office/officeart/2018/2/layout/IconVerticalSolidList"/>
    <dgm:cxn modelId="{3AEF99BE-50FA-40EE-9B5C-41A64B86BF52}" type="presParOf" srcId="{618A6ADD-2AF7-4CBE-86DD-7AAC43EACF9C}" destId="{D8942208-A7A6-410F-8F4E-406C869E432F}" srcOrd="0" destOrd="0" presId="urn:microsoft.com/office/officeart/2018/2/layout/IconVerticalSolidList"/>
    <dgm:cxn modelId="{AF4D9CC9-9598-47E7-9A4F-F0A921E501B9}" type="presParOf" srcId="{618A6ADD-2AF7-4CBE-86DD-7AAC43EACF9C}" destId="{00939CA0-50A2-4AFA-BF39-DC15F5CD9C3B}" srcOrd="1" destOrd="0" presId="urn:microsoft.com/office/officeart/2018/2/layout/IconVerticalSolidList"/>
    <dgm:cxn modelId="{537E6E70-82C0-4ACD-8ED2-325890090918}" type="presParOf" srcId="{618A6ADD-2AF7-4CBE-86DD-7AAC43EACF9C}" destId="{2EB010C9-C0D2-4D49-BB36-6B863BF1917E}" srcOrd="2" destOrd="0" presId="urn:microsoft.com/office/officeart/2018/2/layout/IconVerticalSolidList"/>
    <dgm:cxn modelId="{A06B0A3D-93A0-456B-86CF-0A1CF6586FD9}" type="presParOf" srcId="{618A6ADD-2AF7-4CBE-86DD-7AAC43EACF9C}" destId="{19196452-E574-43D9-BD45-151B6D667AA8}" srcOrd="3" destOrd="0" presId="urn:microsoft.com/office/officeart/2018/2/layout/IconVerticalSolidList"/>
    <dgm:cxn modelId="{E687FD1C-DB31-40BC-BDF5-F815F693C5F7}" type="presParOf" srcId="{07606237-D646-4214-AC82-A85743679832}" destId="{67F80CE6-41C9-483B-A44E-0ECB72D046D7}" srcOrd="3" destOrd="0" presId="urn:microsoft.com/office/officeart/2018/2/layout/IconVerticalSolidList"/>
    <dgm:cxn modelId="{14950782-2C6A-4D46-A7EE-F61402370800}" type="presParOf" srcId="{07606237-D646-4214-AC82-A85743679832}" destId="{99291B3F-831F-42B5-9E50-3365F18D7F4D}" srcOrd="4" destOrd="0" presId="urn:microsoft.com/office/officeart/2018/2/layout/IconVerticalSolidList"/>
    <dgm:cxn modelId="{62BC1112-1DC2-435D-BCFA-A5AC9D9F92E7}" type="presParOf" srcId="{99291B3F-831F-42B5-9E50-3365F18D7F4D}" destId="{3662C239-E42B-4015-B3D3-F0E7668D5329}" srcOrd="0" destOrd="0" presId="urn:microsoft.com/office/officeart/2018/2/layout/IconVerticalSolidList"/>
    <dgm:cxn modelId="{B7E84B3F-84FF-451E-90E6-9AE45828C711}" type="presParOf" srcId="{99291B3F-831F-42B5-9E50-3365F18D7F4D}" destId="{F1C30A8C-7B36-470C-8BAF-198846EBC1F0}" srcOrd="1" destOrd="0" presId="urn:microsoft.com/office/officeart/2018/2/layout/IconVerticalSolidList"/>
    <dgm:cxn modelId="{AB046C69-0F73-43F8-8D2C-3F07EC781C5F}" type="presParOf" srcId="{99291B3F-831F-42B5-9E50-3365F18D7F4D}" destId="{5666467A-A904-4153-B02E-E503F0E070E7}" srcOrd="2" destOrd="0" presId="urn:microsoft.com/office/officeart/2018/2/layout/IconVerticalSolidList"/>
    <dgm:cxn modelId="{DD2887CD-73DC-4153-9816-6AD53C1CF0F9}" type="presParOf" srcId="{99291B3F-831F-42B5-9E50-3365F18D7F4D}" destId="{7A7BFE94-87D0-472E-A77F-0B1282CF7A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E6D75C-A1AC-4653-8038-8F4F91737EE2}">
      <dsp:nvSpPr>
        <dsp:cNvPr id="0" name=""/>
        <dsp:cNvSpPr/>
      </dsp:nvSpPr>
      <dsp:spPr>
        <a:xfrm>
          <a:off x="0" y="377581"/>
          <a:ext cx="5427526" cy="6388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3 años sin entregar valor</a:t>
          </a:r>
          <a:endParaRPr lang="en-US" sz="2600" kern="1200" dirty="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sp:txBody>
      <dsp:txXfrm>
        <a:off x="31185" y="408766"/>
        <a:ext cx="5365156" cy="576450"/>
      </dsp:txXfrm>
    </dsp:sp>
    <dsp:sp modelId="{E525963B-4A63-477F-97B3-8908C4DDC9E2}">
      <dsp:nvSpPr>
        <dsp:cNvPr id="0" name=""/>
        <dsp:cNvSpPr/>
      </dsp:nvSpPr>
      <dsp:spPr>
        <a:xfrm>
          <a:off x="0" y="1091281"/>
          <a:ext cx="5427526" cy="63882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Equipos culpándose (desconexión)</a:t>
          </a:r>
          <a:endParaRPr lang="en-US" sz="2600" kern="1200" dirty="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sp:txBody>
      <dsp:txXfrm>
        <a:off x="31185" y="1122466"/>
        <a:ext cx="5365156" cy="576450"/>
      </dsp:txXfrm>
    </dsp:sp>
    <dsp:sp modelId="{D86D118E-F677-4875-AD26-43AE468BB154}">
      <dsp:nvSpPr>
        <dsp:cNvPr id="0" name=""/>
        <dsp:cNvSpPr/>
      </dsp:nvSpPr>
      <dsp:spPr>
        <a:xfrm>
          <a:off x="0" y="1804981"/>
          <a:ext cx="5427526" cy="6388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Requisitos mal entendidos</a:t>
          </a:r>
          <a:endParaRPr lang="en-US" sz="2600" kern="1200" dirty="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sp:txBody>
      <dsp:txXfrm>
        <a:off x="31185" y="1836166"/>
        <a:ext cx="5365156" cy="576450"/>
      </dsp:txXfrm>
    </dsp:sp>
    <dsp:sp modelId="{FC086BD8-DBBC-4030-BEB3-B62232DE819E}">
      <dsp:nvSpPr>
        <dsp:cNvPr id="0" name=""/>
        <dsp:cNvSpPr/>
      </dsp:nvSpPr>
      <dsp:spPr>
        <a:xfrm>
          <a:off x="0" y="2518681"/>
          <a:ext cx="5427526" cy="6388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 dirty="0">
              <a:solidFill>
                <a:srgbClr val="FFFFFF"/>
              </a:solidFill>
              <a:latin typeface="Aptos"/>
              <a:ea typeface="+mn-ea"/>
              <a:cs typeface="+mn-cs"/>
            </a:rPr>
            <a:t>Rehacer trabajo constantemente</a:t>
          </a:r>
          <a:endParaRPr lang="en-US" sz="2600" kern="1200" dirty="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sp:txBody>
      <dsp:txXfrm>
        <a:off x="31185" y="2549866"/>
        <a:ext cx="5365156" cy="5764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39299-31D9-47EF-AD42-DB664B6E9646}">
      <dsp:nvSpPr>
        <dsp:cNvPr id="0" name=""/>
        <dsp:cNvSpPr/>
      </dsp:nvSpPr>
      <dsp:spPr>
        <a:xfrm>
          <a:off x="0" y="664"/>
          <a:ext cx="4555782" cy="15553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26F0B1C-27A8-4270-B227-B10D9A5AF528}">
      <dsp:nvSpPr>
        <dsp:cNvPr id="0" name=""/>
        <dsp:cNvSpPr/>
      </dsp:nvSpPr>
      <dsp:spPr>
        <a:xfrm>
          <a:off x="470495" y="350619"/>
          <a:ext cx="855445" cy="8554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3580B23-6F18-4943-8003-44F12FE64135}">
      <dsp:nvSpPr>
        <dsp:cNvPr id="0" name=""/>
        <dsp:cNvSpPr/>
      </dsp:nvSpPr>
      <dsp:spPr>
        <a:xfrm>
          <a:off x="1796436" y="664"/>
          <a:ext cx="2759345" cy="1555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09" tIns="164609" rIns="164609" bIns="16460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>
              <a:latin typeface="Aptos" panose="020B0004020202020204"/>
              <a:ea typeface="+mn-ea"/>
              <a:cs typeface="+mn-cs"/>
            </a:rPr>
            <a:t>Entendimiento compartido</a:t>
          </a:r>
        </a:p>
      </dsp:txBody>
      <dsp:txXfrm>
        <a:off x="1796436" y="664"/>
        <a:ext cx="2759345" cy="1555356"/>
      </dsp:txXfrm>
    </dsp:sp>
    <dsp:sp modelId="{D8942208-A7A6-410F-8F4E-406C869E432F}">
      <dsp:nvSpPr>
        <dsp:cNvPr id="0" name=""/>
        <dsp:cNvSpPr/>
      </dsp:nvSpPr>
      <dsp:spPr>
        <a:xfrm>
          <a:off x="0" y="1944859"/>
          <a:ext cx="4555782" cy="15553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0939CA0-50A2-4AFA-BF39-DC15F5CD9C3B}">
      <dsp:nvSpPr>
        <dsp:cNvPr id="0" name=""/>
        <dsp:cNvSpPr/>
      </dsp:nvSpPr>
      <dsp:spPr>
        <a:xfrm>
          <a:off x="470495" y="2294815"/>
          <a:ext cx="855445" cy="8554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196452-E574-43D9-BD45-151B6D667AA8}">
      <dsp:nvSpPr>
        <dsp:cNvPr id="0" name=""/>
        <dsp:cNvSpPr/>
      </dsp:nvSpPr>
      <dsp:spPr>
        <a:xfrm>
          <a:off x="1796436" y="1944859"/>
          <a:ext cx="2759345" cy="1555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09" tIns="164609" rIns="164609" bIns="16460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err="1">
              <a:latin typeface="Aptos" panose="020B0004020202020204"/>
              <a:ea typeface="+mn-ea"/>
              <a:cs typeface="+mn-cs"/>
            </a:rPr>
            <a:t>Definition</a:t>
          </a:r>
          <a:r>
            <a:rPr lang="es-ES" sz="2100" kern="1200">
              <a:latin typeface="Aptos" panose="020B0004020202020204"/>
              <a:ea typeface="+mn-ea"/>
              <a:cs typeface="+mn-cs"/>
            </a:rPr>
            <a:t> </a:t>
          </a:r>
          <a:r>
            <a:rPr lang="es-ES" sz="2100" kern="1200" err="1">
              <a:latin typeface="Aptos" panose="020B0004020202020204"/>
              <a:ea typeface="+mn-ea"/>
              <a:cs typeface="+mn-cs"/>
            </a:rPr>
            <a:t>of</a:t>
          </a:r>
          <a:r>
            <a:rPr lang="es-ES" sz="2100" kern="1200">
              <a:latin typeface="Aptos" panose="020B0004020202020204"/>
              <a:ea typeface="+mn-ea"/>
              <a:cs typeface="+mn-cs"/>
            </a:rPr>
            <a:t> </a:t>
          </a:r>
          <a:r>
            <a:rPr lang="es-ES" sz="2100" kern="1200" err="1">
              <a:latin typeface="Aptos" panose="020B0004020202020204"/>
              <a:ea typeface="+mn-ea"/>
              <a:cs typeface="+mn-cs"/>
            </a:rPr>
            <a:t>Ready</a:t>
          </a:r>
          <a:r>
            <a:rPr lang="es-ES" sz="2100" kern="1200">
              <a:latin typeface="Aptos" panose="020B0004020202020204"/>
              <a:ea typeface="+mn-ea"/>
              <a:cs typeface="+mn-cs"/>
            </a:rPr>
            <a:t>: Cuando empezar a implementar</a:t>
          </a:r>
        </a:p>
      </dsp:txBody>
      <dsp:txXfrm>
        <a:off x="1796436" y="1944859"/>
        <a:ext cx="2759345" cy="1555356"/>
      </dsp:txXfrm>
    </dsp:sp>
    <dsp:sp modelId="{3662C239-E42B-4015-B3D3-F0E7668D5329}">
      <dsp:nvSpPr>
        <dsp:cNvPr id="0" name=""/>
        <dsp:cNvSpPr/>
      </dsp:nvSpPr>
      <dsp:spPr>
        <a:xfrm>
          <a:off x="0" y="3889055"/>
          <a:ext cx="4555782" cy="155535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1C30A8C-7B36-470C-8BAF-198846EBC1F0}">
      <dsp:nvSpPr>
        <dsp:cNvPr id="0" name=""/>
        <dsp:cNvSpPr/>
      </dsp:nvSpPr>
      <dsp:spPr>
        <a:xfrm>
          <a:off x="470495" y="4239010"/>
          <a:ext cx="855445" cy="8554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A7BFE94-87D0-472E-A77F-0B1282CF7AF4}">
      <dsp:nvSpPr>
        <dsp:cNvPr id="0" name=""/>
        <dsp:cNvSpPr/>
      </dsp:nvSpPr>
      <dsp:spPr>
        <a:xfrm>
          <a:off x="1796436" y="3889055"/>
          <a:ext cx="2759345" cy="1555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609" tIns="164609" rIns="164609" bIns="16460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err="1">
              <a:latin typeface="Aptos" panose="020B0004020202020204"/>
              <a:ea typeface="+mn-ea"/>
              <a:cs typeface="+mn-cs"/>
            </a:rPr>
            <a:t>Definition</a:t>
          </a:r>
          <a:r>
            <a:rPr lang="es-ES" sz="2100" kern="1200">
              <a:latin typeface="Aptos" panose="020B0004020202020204"/>
              <a:ea typeface="+mn-ea"/>
              <a:cs typeface="+mn-cs"/>
            </a:rPr>
            <a:t> </a:t>
          </a:r>
          <a:r>
            <a:rPr lang="es-ES" sz="2100" kern="1200" err="1">
              <a:latin typeface="Aptos" panose="020B0004020202020204"/>
              <a:ea typeface="+mn-ea"/>
              <a:cs typeface="+mn-cs"/>
            </a:rPr>
            <a:t>of</a:t>
          </a:r>
          <a:r>
            <a:rPr lang="es-ES" sz="2100" kern="1200">
              <a:latin typeface="Aptos" panose="020B0004020202020204"/>
              <a:ea typeface="+mn-ea"/>
              <a:cs typeface="+mn-cs"/>
            </a:rPr>
            <a:t> Done: Cuando se considera acabado</a:t>
          </a:r>
        </a:p>
      </dsp:txBody>
      <dsp:txXfrm>
        <a:off x="1796436" y="3889055"/>
        <a:ext cx="2759345" cy="15553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12/02/2026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62">
            <a:extLst>
              <a:ext uri="{FF2B5EF4-FFF2-40B4-BE49-F238E27FC236}">
                <a16:creationId xmlns:a16="http://schemas.microsoft.com/office/drawing/2014/main" id="{521C4EA8-6B83-4338-913D-D75D3C4F3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7497" y="679731"/>
            <a:ext cx="3124151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900"/>
              <a:t>Readiness in Software Engineering – Max Guernsey III, Luniel de Beer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body" sz="half" idx="2"/>
          </p:nvPr>
        </p:nvSpPr>
        <p:spPr>
          <a:xfrm>
            <a:off x="337497" y="4685288"/>
            <a:ext cx="3124151" cy="10357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Carlos Cabrera Moral    UO288595</a:t>
            </a:r>
          </a:p>
        </p:txBody>
      </p:sp>
      <p:grpSp>
        <p:nvGrpSpPr>
          <p:cNvPr id="95" name="Group 6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6" name="Rectangle 6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1084" y="679731"/>
            <a:ext cx="7682293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EA6FB197-63B1-793A-3470-AFB0B893B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081" y="1088074"/>
            <a:ext cx="3383280" cy="4816056"/>
          </a:xfrm>
          <a:prstGeom prst="rect">
            <a:avLst/>
          </a:prstGeom>
        </p:spPr>
      </p:pic>
      <p:pic>
        <p:nvPicPr>
          <p:cNvPr id="5" name="Marcador de posición de imagen 4" descr="Cara de un hombre sonriendo&#10;&#10;El contenido generado por IA puede ser incorrecto.">
            <a:extLst>
              <a:ext uri="{FF2B5EF4-FFF2-40B4-BE49-F238E27FC236}">
                <a16:creationId xmlns:a16="http://schemas.microsoft.com/office/drawing/2014/main" id="{4659C1F7-FB70-BC49-DC38-EFA09D071D7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r="1" b="1"/>
          <a:stretch>
            <a:fillRect/>
          </a:stretch>
        </p:blipFill>
        <p:spPr>
          <a:xfrm>
            <a:off x="7812357" y="1804462"/>
            <a:ext cx="338328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9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2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0611B2-C1C5-BB98-40E2-950EDBAE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Max Guernsey III</a:t>
            </a:r>
          </a:p>
        </p:txBody>
      </p:sp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A351C01A-19EA-D6CB-24F6-5EE5BDE23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/>
              <a:t>Arquitecto del Software</a:t>
            </a:r>
          </a:p>
          <a:p>
            <a:r>
              <a:rPr lang="en-US" sz="1800"/>
              <a:t>Cofundador de Prody Core</a:t>
            </a:r>
          </a:p>
          <a:p>
            <a:r>
              <a:rPr lang="en-US" sz="1800"/>
              <a:t>Diseño Orientado a Objetos</a:t>
            </a:r>
          </a:p>
          <a:p>
            <a:r>
              <a:rPr lang="en-US" sz="1800"/>
              <a:t>Refactorización</a:t>
            </a:r>
          </a:p>
          <a:p>
            <a:r>
              <a:rPr lang="en-US" sz="1800"/>
              <a:t>Test Driven Develop (TDD)</a:t>
            </a:r>
          </a:p>
          <a:p>
            <a:r>
              <a:rPr lang="en-US" sz="1800"/>
              <a:t>Patrones de Diseño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Hombre con barba y bigote&#10;&#10;El contenido generado por IA puede ser incorrecto.">
            <a:extLst>
              <a:ext uri="{FF2B5EF4-FFF2-40B4-BE49-F238E27FC236}">
                <a16:creationId xmlns:a16="http://schemas.microsoft.com/office/drawing/2014/main" id="{8CF7F64E-3451-18CC-DBAA-D5A9916708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16514"/>
          <a:stretch>
            <a:fillRect/>
          </a:stretch>
        </p:blipFill>
        <p:spPr>
          <a:xfrm>
            <a:off x="7530487" y="901032"/>
            <a:ext cx="3023263" cy="511622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35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57DDCD-9336-35EA-593E-FB565D994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Luniel de Beer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9D5D1F-A71C-4140-85DD-FBA8D5872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/>
              <a:t>Ingeniero</a:t>
            </a:r>
          </a:p>
          <a:p>
            <a:r>
              <a:rPr lang="en-US" sz="1800"/>
              <a:t>Creador de Requirements Maturation Flow</a:t>
            </a:r>
          </a:p>
          <a:p>
            <a:r>
              <a:rPr lang="en-US" sz="1800"/>
              <a:t>Alineación Producto-Ingeniería</a:t>
            </a:r>
          </a:p>
          <a:p>
            <a:r>
              <a:rPr lang="en-US" sz="1800"/>
              <a:t>Transformación ágil</a:t>
            </a:r>
          </a:p>
          <a:p>
            <a:r>
              <a:rPr lang="en-US" sz="1800"/>
              <a:t>Gestión de capacidades del producto</a:t>
            </a:r>
          </a:p>
          <a:p>
            <a:endParaRPr lang="en-US" sz="18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La cara de un hombre sonriendo&#10;&#10;El contenido generado por IA puede ser incorrecto.">
            <a:extLst>
              <a:ext uri="{FF2B5EF4-FFF2-40B4-BE49-F238E27FC236}">
                <a16:creationId xmlns:a16="http://schemas.microsoft.com/office/drawing/2014/main" id="{831CF376-442C-2F36-E65A-88EC3CD94F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21135" r="-1" b="2800"/>
          <a:stretch>
            <a:fillRect/>
          </a:stretch>
        </p:blipFill>
        <p:spPr>
          <a:xfrm>
            <a:off x="7360574" y="901032"/>
            <a:ext cx="3363090" cy="511622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132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0CCC4BA0-1298-4DBD-86F1-B51D8C9D3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DA9681-07CA-551C-7C19-E8231D5D9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8" y="502021"/>
            <a:ext cx="5427525" cy="166799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El problema: Falta de preparación (Readiness) </a:t>
            </a:r>
          </a:p>
        </p:txBody>
      </p:sp>
      <p:pic>
        <p:nvPicPr>
          <p:cNvPr id="47" name="Marcador de contenido 46" descr="Icono&#10;&#10;El contenido generado por IA puede ser incorrecto.">
            <a:extLst>
              <a:ext uri="{FF2B5EF4-FFF2-40B4-BE49-F238E27FC236}">
                <a16:creationId xmlns:a16="http://schemas.microsoft.com/office/drawing/2014/main" id="{FE01F789-C530-6C4E-C0CF-F9E7AFDDB9D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r="3" b="3"/>
          <a:stretch>
            <a:fillRect/>
          </a:stretch>
        </p:blipFill>
        <p:spPr>
          <a:xfrm>
            <a:off x="7246594" y="2170132"/>
            <a:ext cx="4443447" cy="4443447"/>
          </a:xfrm>
          <a:custGeom>
            <a:avLst/>
            <a:gdLst/>
            <a:ahLst/>
            <a:cxnLst/>
            <a:rect l="l" t="t" r="r" b="b"/>
            <a:pathLst>
              <a:path w="4694238" h="4694238">
                <a:moveTo>
                  <a:pt x="2347119" y="0"/>
                </a:moveTo>
                <a:cubicBezTo>
                  <a:pt x="3643397" y="0"/>
                  <a:pt x="4694238" y="1050841"/>
                  <a:pt x="4694238" y="2347119"/>
                </a:cubicBezTo>
                <a:cubicBezTo>
                  <a:pt x="4694238" y="3643397"/>
                  <a:pt x="3643397" y="4694238"/>
                  <a:pt x="2347119" y="4694238"/>
                </a:cubicBezTo>
                <a:cubicBezTo>
                  <a:pt x="1050841" y="4694238"/>
                  <a:pt x="0" y="3643397"/>
                  <a:pt x="0" y="2347119"/>
                </a:cubicBezTo>
                <a:cubicBezTo>
                  <a:pt x="0" y="1050841"/>
                  <a:pt x="1050841" y="0"/>
                  <a:pt x="2347119" y="0"/>
                </a:cubicBezTo>
                <a:close/>
              </a:path>
            </a:pathLst>
          </a:cu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0A88771-8D0B-2BBB-E598-DF5E32E8404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40053645"/>
              </p:ext>
            </p:extLst>
          </p:nvPr>
        </p:nvGraphicFramePr>
        <p:xfrm>
          <a:off x="1136398" y="2405467"/>
          <a:ext cx="5427526" cy="3535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8390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1F3EE9-AD5F-38DF-8AC9-3062B2CBF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Por qué Scrum no fue suficiente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835954-115E-A7ED-A9B9-3D40FA37F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6824" y="2623381"/>
            <a:ext cx="4772974" cy="35535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Refinamiento ≠ Entendimiento Real</a:t>
            </a:r>
          </a:p>
          <a:p>
            <a:r>
              <a:rPr lang="en-US" sz="2000"/>
              <a:t>Estimar ≠ Comprender </a:t>
            </a:r>
          </a:p>
          <a:p>
            <a:r>
              <a:rPr lang="en-US" sz="2000"/>
              <a:t>Velocidad ≠ Valor</a:t>
            </a:r>
          </a:p>
        </p:txBody>
      </p:sp>
      <p:pic>
        <p:nvPicPr>
          <p:cNvPr id="11" name="Imagen 10" descr="Forma, Flecha&#10;&#10;El contenido generado por IA puede ser incorrecto.">
            <a:extLst>
              <a:ext uri="{FF2B5EF4-FFF2-40B4-BE49-F238E27FC236}">
                <a16:creationId xmlns:a16="http://schemas.microsoft.com/office/drawing/2014/main" id="{80870AE8-F987-E64A-A1A8-3E4413A73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5418690" y="3534893"/>
            <a:ext cx="6459388" cy="2367553"/>
          </a:xfrm>
          <a:prstGeom prst="rect">
            <a:avLst/>
          </a:prstGeom>
        </p:spPr>
      </p:pic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4D7CFFC-301E-CB22-321D-EF64E9E47B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81726" y="839245"/>
            <a:ext cx="3566716" cy="355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68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3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19E993-D0F9-C70C-8D22-2203D68EF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¿Qué significa estar "preparado"?</a:t>
            </a:r>
          </a:p>
        </p:txBody>
      </p:sp>
      <p:pic>
        <p:nvPicPr>
          <p:cNvPr id="5" name="Marcador de contenido 4" descr="Forma&#10;&#10;El contenido generado por IA puede ser incorrecto.">
            <a:extLst>
              <a:ext uri="{FF2B5EF4-FFF2-40B4-BE49-F238E27FC236}">
                <a16:creationId xmlns:a16="http://schemas.microsoft.com/office/drawing/2014/main" id="{B8DA8598-2927-AB81-CD6A-BABBDC278C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23571" b="22799"/>
          <a:stretch>
            <a:fillRect/>
          </a:stretch>
        </p:blipFill>
        <p:spPr>
          <a:xfrm>
            <a:off x="556592" y="489665"/>
            <a:ext cx="11139778" cy="3390395"/>
          </a:xfrm>
          <a:prstGeom prst="rect">
            <a:avLst/>
          </a:prstGeom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19CA4027-AAC9-D36A-8BE3-B0B3A9AF80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46415" y="4230094"/>
            <a:ext cx="6235268" cy="1800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Entendimiento compartido</a:t>
            </a:r>
          </a:p>
          <a:p>
            <a:r>
              <a:rPr lang="en-US" sz="2000"/>
              <a:t>Responsabilidad clara</a:t>
            </a:r>
          </a:p>
          <a:p>
            <a:r>
              <a:rPr lang="en-US" sz="2000"/>
              <a:t>Expectativas explícitas</a:t>
            </a:r>
          </a:p>
          <a:p>
            <a:r>
              <a:rPr lang="en-US" sz="2000"/>
              <a:t>Sin suposiciones ocultas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7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0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1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350C74-C6F9-CEBB-636A-AE1233F4F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Requirements Maturation Flow (RMF)</a:t>
            </a:r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5CA45E70-AEC4-B986-45CE-9E0DA9F8B0A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t="5394" b="7090"/>
          <a:stretch>
            <a:fillRect/>
          </a:stretch>
        </p:blipFill>
        <p:spPr>
          <a:xfrm>
            <a:off x="343438" y="2600728"/>
            <a:ext cx="6448424" cy="37528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1B16C6B7-82C9-513B-4D74-77B3D309E6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073725"/>
              </p:ext>
            </p:extLst>
          </p:nvPr>
        </p:nvGraphicFramePr>
        <p:xfrm>
          <a:off x="6797004" y="670559"/>
          <a:ext cx="4555782" cy="54450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5522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08A41C-2FCB-735D-904E-60C3806D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/>
              <a:t>Conclusiones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D5E5437-B79A-C0DD-9923-0DF20F59A7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4463" r="19037" b="-1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57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BE6CF9-61E4-4FB6-07A1-0FF869C09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57715" y="2990818"/>
            <a:ext cx="4195673" cy="2913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Muchos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proyectos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fallan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antes de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programar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La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claridad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es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una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disciplina</a:t>
            </a:r>
          </a:p>
          <a:p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Preparar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no es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perder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tiempo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La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preparación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evita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repetir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el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trabajo</a:t>
            </a:r>
          </a:p>
        </p:txBody>
      </p:sp>
      <p:sp>
        <p:nvSpPr>
          <p:cNvPr id="61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63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5833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Readiness in Software Engineering – Max Guernsey III, Luniel de Beer</vt:lpstr>
      <vt:lpstr>Max Guernsey III</vt:lpstr>
      <vt:lpstr>Luniel de Beer</vt:lpstr>
      <vt:lpstr>El problema: Falta de preparación (Readiness) </vt:lpstr>
      <vt:lpstr>Por qué Scrum no fue suficiente</vt:lpstr>
      <vt:lpstr>¿Qué significa estar "preparado"?</vt:lpstr>
      <vt:lpstr>Requirements Maturation Flow (RMF)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267</cp:revision>
  <dcterms:created xsi:type="dcterms:W3CDTF">2026-02-11T18:48:25Z</dcterms:created>
  <dcterms:modified xsi:type="dcterms:W3CDTF">2026-02-12T23:05:37Z</dcterms:modified>
</cp:coreProperties>
</file>